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Now Bold" charset="1" panose="00000800000000000000"/>
      <p:regular r:id="rId9"/>
    </p:embeddedFont>
    <p:embeddedFont>
      <p:font typeface="Canva Sans" charset="1" panose="020B05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9742304" y="0"/>
            <a:ext cx="8593978" cy="10275527"/>
            <a:chOff x="0" y="0"/>
            <a:chExt cx="8603361" cy="102867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2794" y="-128"/>
              <a:ext cx="8606155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6155">
                  <a:moveTo>
                    <a:pt x="8606155" y="10251441"/>
                  </a:moveTo>
                  <a:cubicBezTo>
                    <a:pt x="8606155" y="10284588"/>
                    <a:pt x="8595487" y="10286874"/>
                    <a:pt x="8567674" y="10286874"/>
                  </a:cubicBezTo>
                  <a:cubicBezTo>
                    <a:pt x="5713094" y="10286239"/>
                    <a:pt x="2858643" y="10286239"/>
                    <a:pt x="4064" y="10286239"/>
                  </a:cubicBezTo>
                  <a:cubicBezTo>
                    <a:pt x="0" y="10272396"/>
                    <a:pt x="6350" y="10259823"/>
                    <a:pt x="9271" y="10246996"/>
                  </a:cubicBezTo>
                  <a:cubicBezTo>
                    <a:pt x="134747" y="9685402"/>
                    <a:pt x="260350" y="9123935"/>
                    <a:pt x="386207" y="8562467"/>
                  </a:cubicBezTo>
                  <a:cubicBezTo>
                    <a:pt x="565658" y="7761986"/>
                    <a:pt x="745490" y="6961633"/>
                    <a:pt x="924814" y="6161151"/>
                  </a:cubicBezTo>
                  <a:cubicBezTo>
                    <a:pt x="1146302" y="5172583"/>
                    <a:pt x="1367282" y="4184015"/>
                    <a:pt x="1588643" y="3195574"/>
                  </a:cubicBezTo>
                  <a:cubicBezTo>
                    <a:pt x="1813560" y="2191385"/>
                    <a:pt x="2038604" y="1187323"/>
                    <a:pt x="2264156" y="183261"/>
                  </a:cubicBezTo>
                  <a:cubicBezTo>
                    <a:pt x="2277872" y="122174"/>
                    <a:pt x="2286635" y="59690"/>
                    <a:pt x="2308860" y="635"/>
                  </a:cubicBezTo>
                  <a:cubicBezTo>
                    <a:pt x="4395216" y="635"/>
                    <a:pt x="6481572" y="635"/>
                    <a:pt x="8567928" y="0"/>
                  </a:cubicBezTo>
                  <a:cubicBezTo>
                    <a:pt x="8596249" y="0"/>
                    <a:pt x="8605901" y="3429"/>
                    <a:pt x="8605901" y="35814"/>
                  </a:cubicBezTo>
                  <a:cubicBezTo>
                    <a:pt x="8605139" y="3441066"/>
                    <a:pt x="8605139" y="6846317"/>
                    <a:pt x="8606155" y="10251441"/>
                  </a:cubicBezTo>
                  <a:close/>
                </a:path>
              </a:pathLst>
            </a:custGeom>
            <a:blipFill>
              <a:blip r:embed="rId4"/>
              <a:stretch>
                <a:fillRect l="-39731" t="0" r="-39731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9518" y="312728"/>
            <a:ext cx="1566350" cy="1566350"/>
          </a:xfrm>
          <a:custGeom>
            <a:avLst/>
            <a:gdLst/>
            <a:ahLst/>
            <a:cxnLst/>
            <a:rect r="r" b="b" t="t" l="l"/>
            <a:pathLst>
              <a:path h="1566350" w="1566350">
                <a:moveTo>
                  <a:pt x="0" y="0"/>
                </a:moveTo>
                <a:lnTo>
                  <a:pt x="1566350" y="0"/>
                </a:lnTo>
                <a:lnTo>
                  <a:pt x="1566350" y="1566350"/>
                </a:lnTo>
                <a:lnTo>
                  <a:pt x="0" y="1566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59518" y="2316150"/>
            <a:ext cx="9857788" cy="156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04"/>
              </a:lnSpc>
            </a:pPr>
            <a:r>
              <a:rPr lang="en-US" sz="10170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SQL PROJECT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9518" y="4339179"/>
            <a:ext cx="9182785" cy="4608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6"/>
              </a:lnSpc>
            </a:pPr>
            <a:r>
              <a:rPr lang="en-US" b="true" sz="10030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ON </a:t>
            </a:r>
          </a:p>
          <a:p>
            <a:pPr algn="ctr">
              <a:lnSpc>
                <a:spcPts val="12036"/>
              </a:lnSpc>
            </a:pPr>
            <a:r>
              <a:rPr lang="en-US" b="true" sz="10030">
                <a:solidFill>
                  <a:srgbClr val="56AEFF"/>
                </a:solidFill>
                <a:latin typeface="Now Bold"/>
                <a:ea typeface="Now Bold"/>
                <a:cs typeface="Now Bold"/>
                <a:sym typeface="Now Bold"/>
              </a:rPr>
              <a:t>ONLINE BOOK STORE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59502" y="28995"/>
            <a:ext cx="2228498" cy="2228498"/>
          </a:xfrm>
          <a:custGeom>
            <a:avLst/>
            <a:gdLst/>
            <a:ahLst/>
            <a:cxnLst/>
            <a:rect r="r" b="b" t="t" l="l"/>
            <a:pathLst>
              <a:path h="2228498" w="2228498">
                <a:moveTo>
                  <a:pt x="0" y="0"/>
                </a:moveTo>
                <a:lnTo>
                  <a:pt x="2228498" y="0"/>
                </a:lnTo>
                <a:lnTo>
                  <a:pt x="2228498" y="2228498"/>
                </a:lnTo>
                <a:lnTo>
                  <a:pt x="0" y="222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9518" y="312728"/>
            <a:ext cx="1566350" cy="1566350"/>
          </a:xfrm>
          <a:custGeom>
            <a:avLst/>
            <a:gdLst/>
            <a:ahLst/>
            <a:cxnLst/>
            <a:rect r="r" b="b" t="t" l="l"/>
            <a:pathLst>
              <a:path h="1566350" w="1566350">
                <a:moveTo>
                  <a:pt x="0" y="0"/>
                </a:moveTo>
                <a:lnTo>
                  <a:pt x="1566350" y="0"/>
                </a:lnTo>
                <a:lnTo>
                  <a:pt x="1566350" y="1566350"/>
                </a:lnTo>
                <a:lnTo>
                  <a:pt x="0" y="1566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9518" y="2296697"/>
            <a:ext cx="15499983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BASIC LEVEL QUESTIONS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9518" y="3470420"/>
            <a:ext cx="15673474" cy="534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1) Retrieve all books in the "Fiction" genre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2) Find books published after the year 1950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3) List all customers from the Canada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4) Show orders placed in November 2023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5) Retrieve the total stock of books available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6) Find the details of the most expensive book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7) Show all customers who ordered more than 1 quantity of a book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8) Retrieve all orders where the total amount exceeds $20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9) List all genres available in the Books table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10) Find the book with the lowest stock</a:t>
            </a:r>
          </a:p>
          <a:p>
            <a:pPr algn="l">
              <a:lnSpc>
                <a:spcPts val="3877"/>
              </a:lnSpc>
            </a:pPr>
            <a:r>
              <a:rPr lang="en-US" sz="32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11) Calculate the total revenue generated from all orders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59502" y="28995"/>
            <a:ext cx="2228498" cy="2228498"/>
          </a:xfrm>
          <a:custGeom>
            <a:avLst/>
            <a:gdLst/>
            <a:ahLst/>
            <a:cxnLst/>
            <a:rect r="r" b="b" t="t" l="l"/>
            <a:pathLst>
              <a:path h="2228498" w="2228498">
                <a:moveTo>
                  <a:pt x="0" y="0"/>
                </a:moveTo>
                <a:lnTo>
                  <a:pt x="2228498" y="0"/>
                </a:lnTo>
                <a:lnTo>
                  <a:pt x="2228498" y="2228498"/>
                </a:lnTo>
                <a:lnTo>
                  <a:pt x="0" y="22284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9518" y="312728"/>
            <a:ext cx="1566350" cy="1566350"/>
          </a:xfrm>
          <a:custGeom>
            <a:avLst/>
            <a:gdLst/>
            <a:ahLst/>
            <a:cxnLst/>
            <a:rect r="r" b="b" t="t" l="l"/>
            <a:pathLst>
              <a:path h="1566350" w="1566350">
                <a:moveTo>
                  <a:pt x="0" y="0"/>
                </a:moveTo>
                <a:lnTo>
                  <a:pt x="1566350" y="0"/>
                </a:lnTo>
                <a:lnTo>
                  <a:pt x="1566350" y="1566350"/>
                </a:lnTo>
                <a:lnTo>
                  <a:pt x="0" y="1566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9518" y="2296697"/>
            <a:ext cx="15499983" cy="76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b="true">
                <a:solidFill>
                  <a:srgbClr val="FFFBFB"/>
                </a:solidFill>
                <a:latin typeface="Now Bold"/>
                <a:ea typeface="Now Bold"/>
                <a:cs typeface="Now Bold"/>
                <a:sym typeface="Now Bold"/>
              </a:rPr>
              <a:t>ADVANCE LEVEL QUESTIONS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59518" y="3470420"/>
            <a:ext cx="16614232" cy="463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1) Retrieve the total number of books sold for each genre</a:t>
            </a:r>
          </a:p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2) Find the average price of books in the "Fantasy" genre</a:t>
            </a:r>
          </a:p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3) List customers who have placed at least 2 orders</a:t>
            </a:r>
          </a:p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4) Find the most frequently ordered book</a:t>
            </a:r>
          </a:p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5) Show the top 3 most expensive books of 'Fantasy' Genre</a:t>
            </a:r>
          </a:p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6) Retrieve the total quantity of books sold by each author</a:t>
            </a:r>
          </a:p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7) List the cities where customers who spent over $30 are located</a:t>
            </a:r>
          </a:p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8) Find the customer who spent the most on orders</a:t>
            </a:r>
          </a:p>
          <a:p>
            <a:pPr algn="l">
              <a:lnSpc>
                <a:spcPts val="4110"/>
              </a:lnSpc>
            </a:pPr>
            <a:r>
              <a:rPr lang="en-US" sz="342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9) Calculate the stock remaining after fulfilling all orders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DAGknQFmQrU</dc:identifier>
  <dcterms:modified xsi:type="dcterms:W3CDTF">2011-08-01T06:04:30Z</dcterms:modified>
  <cp:revision>1</cp:revision>
  <dc:title>Blue Dark Professional Geometric Business Project Presentation </dc:title>
</cp:coreProperties>
</file>